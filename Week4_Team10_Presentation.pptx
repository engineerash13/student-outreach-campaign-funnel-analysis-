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59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A49C18-30B0-9157-BF57-67880A352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DDD6-6C22-28C9-88E9-2788D01C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F1666-0688-6F90-F0B7-FD1D58F75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8793"/>
            <a:ext cx="9144000" cy="4060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58741C-EFD1-EDCA-1147-AF35042BC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90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suryawanshi</cp:lastModifiedBy>
  <cp:revision>2</cp:revision>
  <dcterms:created xsi:type="dcterms:W3CDTF">2013-01-27T09:14:16Z</dcterms:created>
  <dcterms:modified xsi:type="dcterms:W3CDTF">2025-10-02T12:46:42Z</dcterms:modified>
  <cp:category/>
</cp:coreProperties>
</file>